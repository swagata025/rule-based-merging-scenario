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7453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Minor Project / UG Research 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0" y="657453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8F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Review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228832" y="655624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C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0"/>
            <a:ext cx="4389120" cy="4389120"/>
          </a:xfrm>
          <a:prstGeom prst="arc">
            <a:avLst/>
          </a:prstGeom>
          <a:noFill/>
          <a:ln w="12700">
            <a:solidFill>
              <a:srgbClr val="1C527B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5720"/>
            <a:ext cx="3108960" cy="3108960"/>
          </a:xfrm>
          <a:prstGeom prst="arc">
            <a:avLst/>
          </a:prstGeom>
          <a:noFill/>
          <a:ln w="12700">
            <a:solidFill>
              <a:srgbClr val="2D718C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768096"/>
            <a:ext cx="73152" cy="523036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93268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1635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950976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EA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MINOR PROJECT • UG RESEARCH 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87552" y="1572768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[Project Title]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05840" y="27614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C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Presentation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3401568"/>
            <a:ext cx="5029200" cy="0"/>
          </a:xfrm>
          <a:prstGeom prst="line">
            <a:avLst/>
          </a:prstGeom>
          <a:noFill/>
          <a:ln w="12700">
            <a:solidFill>
              <a:srgbClr val="36516F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05840" y="3685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Members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9593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[Name 1]  •  [Name 2]  •  [Name 3]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700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[Supervisor Name]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5989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 Naya Raipur  •  [Date]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86600" y="5468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clearer story from problem → gap → method → evidence →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STORY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narrative: establish the problem, show the gap, explain the method, and close with evidence + next steps.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problem are we solving?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5768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953512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18104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18104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18104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existing approaches are not enough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248656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13248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13248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proposed system works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06056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543800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8392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81544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08392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08392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performance will be measured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0" y="2843784"/>
            <a:ext cx="246888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838944" y="1901952"/>
            <a:ext cx="2057400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03536" y="207568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76688" y="20939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03536" y="2523744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003536" y="294436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remains before completion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" y="4224528"/>
            <a:ext cx="10899648" cy="1152144"/>
          </a:xfrm>
          <a:prstGeom prst="roundRect">
            <a:avLst>
              <a:gd name="adj" fmla="val 1269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structure retained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43708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→ Motivation → Literature Review → Problem Definition → Objectives → Methodology → Database → Results → Plan → Conclusion / Future Directions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establish the domain, the task, and the intended outcome in under one minute.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66544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848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62456" y="2084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62456" y="2423160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[2–3 lines on the domain and why the task matters.]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901952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066544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0848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48856" y="2084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scenario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48856" y="2423160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is happening today? Where do current workflows / systems struggle?]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529584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694176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B98114"/>
          </a:solidFill>
          <a:ln w="12700">
            <a:solidFill>
              <a:srgbClr val="B981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71246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62456" y="37124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62456" y="4050792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exactly is included? What is intentionally out of scope?]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44768" y="3529584"/>
            <a:ext cx="523951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694176"/>
            <a:ext cx="402336" cy="310896"/>
          </a:xfrm>
          <a:prstGeom prst="roundRect">
            <a:avLst>
              <a:gd name="adj" fmla="val 50000"/>
            </a:avLst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71246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48856" y="37124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48856" y="4050792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artifact, model, prototype, dataset or analysis will be delivered?]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5230368"/>
            <a:ext cx="10725912" cy="658368"/>
          </a:xfrm>
          <a:prstGeom prst="roundRect">
            <a:avLst>
              <a:gd name="adj" fmla="val 1805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404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FC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One-sentence project framing: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70632" y="5340096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investigate [problem] using [approach] to achieve [measurable outcome].”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WHY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Motivation: issues &amp; challenges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motivation into a chain of evidence rather than a list of generic claims.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66294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67128"/>
            <a:ext cx="320040" cy="320040"/>
          </a:xfrm>
          <a:prstGeom prst="ellipse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037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35024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pressure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27832" y="202996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existing task difficult?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990088"/>
            <a:ext cx="66294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236976"/>
            <a:ext cx="320040" cy="320040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735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35024" y="31455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constraint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7832" y="309981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compute, latency, interpretability, cost, accessibility, 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059936"/>
            <a:ext cx="66294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06824"/>
            <a:ext cx="320040" cy="320040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43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35024" y="42153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system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27832" y="41696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affected and what changes when the problem is solved?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71232" y="1920240"/>
            <a:ext cx="3813048" cy="3255264"/>
          </a:xfrm>
          <a:prstGeom prst="roundRect">
            <a:avLst>
              <a:gd name="adj" fmla="val 56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0416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now?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09560" y="276148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FE0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[State the strongest reason this project is timely or necessary.]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09560" y="3803904"/>
            <a:ext cx="3108960" cy="0"/>
          </a:xfrm>
          <a:prstGeom prst="line">
            <a:avLst/>
          </a:prstGeom>
          <a:noFill/>
          <a:ln w="12700">
            <a:solidFill>
              <a:srgbClr val="3A5572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90956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change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09560" y="4297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“current limitation” → to “measurable improvement”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review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only studies that directly inform the gap. The table should compare methods, data, results, and limitations.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1490472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47672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874520"/>
            <a:ext cx="1874520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94767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used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0" y="1874520"/>
            <a:ext cx="1874520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194767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used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97880" y="1874520"/>
            <a:ext cx="1508760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94767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/ Measures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874520"/>
            <a:ext cx="3675888" cy="51206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947672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observation / limitation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2386584"/>
            <a:ext cx="1490472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49631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[Author, Year]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148840" y="2386584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2496312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[Method / model]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023360" y="2386584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2496312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[Dataset]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897880" y="2386584"/>
            <a:ext cx="150876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2496312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406640" y="2386584"/>
            <a:ext cx="367588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249631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does well / limitation]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58368" y="3035808"/>
            <a:ext cx="1490472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14553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[Author, Year]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148840" y="3035808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3145536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[Method / model]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023360" y="3035808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96512" y="3145536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[Dataset]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897880" y="3035808"/>
            <a:ext cx="150876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71032" y="3145536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406640" y="3035808"/>
            <a:ext cx="3675888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3145536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does well / limitation]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58368" y="3685032"/>
            <a:ext cx="1490472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79476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[Author, Year]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2148840" y="3685032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37947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[Method / model]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4023360" y="3685032"/>
            <a:ext cx="187452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37947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[Dataset]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897880" y="3685032"/>
            <a:ext cx="1508760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71032" y="379476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406640" y="3685032"/>
            <a:ext cx="367588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9792" y="3794760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does well / limitation]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58368" y="4334256"/>
            <a:ext cx="1490472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44398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[Author, Year]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2148840" y="4334256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21992" y="4443984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[Method / model]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4023360" y="4334256"/>
            <a:ext cx="187452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4443984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[Dataset]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897880" y="4334256"/>
            <a:ext cx="1508760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71032" y="444398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[Metric]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7406640" y="4334256"/>
            <a:ext cx="3675888" cy="64922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79792" y="4443984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it does well / limitation]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658368" y="5266944"/>
            <a:ext cx="10725912" cy="658368"/>
          </a:xfrm>
          <a:prstGeom prst="roundRect">
            <a:avLst>
              <a:gd name="adj" fmla="val 19444"/>
            </a:avLst>
          </a:prstGeom>
          <a:solidFill>
            <a:srgbClr val="EAF6F4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5449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847088" y="538581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studies for a reason: every row should help justify the gap you claim on the next slide.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FOCUS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 the research problem into a precise statement with boundaries and measurable success.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92808"/>
            <a:ext cx="6903720" cy="3566160"/>
          </a:xfrm>
          <a:prstGeom prst="roundRect">
            <a:avLst>
              <a:gd name="adj" fmla="val 512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16712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73552"/>
          </a:solidFill>
          <a:ln w="12700">
            <a:solidFill>
              <a:srgbClr val="173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8541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DF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0976" y="2761488"/>
            <a:ext cx="6108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“[Define the input / context], [the core difficulty], and [the required output] under [key constraints].”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37083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B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one sentence specific enough that a reviewer can tell whether the project actually solved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45552" y="1892808"/>
            <a:ext cx="3538728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8432" y="207568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2093976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34272" y="201168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 / signal / user request / environment]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45552" y="2980944"/>
            <a:ext cx="3538728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316382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318211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34272" y="3099816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[Latency / resource / noise / scale / privacy]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45552" y="4069080"/>
            <a:ext cx="3538728" cy="850392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425196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1584" y="4270248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34272" y="4187952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[Prediction / ranking / generation / decision / prototype]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gap visible: what is missing, why it matters, and how your project responds.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3364992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17627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660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[Existing work addresses A, but not B.]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56432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88536" y="1965960"/>
            <a:ext cx="3364992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217627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2660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98848" y="31272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[Current methods have limitation C under condition D.]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86600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6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18704" y="1965960"/>
            <a:ext cx="3364992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217627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29016" y="2660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9016" y="31272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[Results are not sufficiently validated on E / setting F.]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716768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" y="4590288"/>
            <a:ext cx="10826496" cy="896112"/>
          </a:xfrm>
          <a:prstGeom prst="roundRect">
            <a:avLst>
              <a:gd name="adj" fmla="val 142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8463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56232" y="4736592"/>
            <a:ext cx="9180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[Your project] targets these gaps by introducing / adapting [method] for [setting], evaluated with [metrics].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TARGET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action verbs and make each objective testable.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01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2128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[One strong sentence describing the main outcome.]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897880" y="187452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1616" y="203911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205740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65392" y="20025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6096" y="198424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formalize the task and success criteria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897880" y="269748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286207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28803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65392" y="2825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6096" y="28072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framework / model / prototype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5897880" y="352044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368503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70332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5392" y="364845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26096" y="36301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against suitable baselines and metrics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897880" y="4343400"/>
            <a:ext cx="548640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4507992"/>
            <a:ext cx="34747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452628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65392" y="447141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26096" y="445312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cases, limitations and future improvements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58368" y="4544568"/>
            <a:ext cx="4800600" cy="969264"/>
          </a:xfrm>
          <a:prstGeom prst="roundRect">
            <a:avLst>
              <a:gd name="adj" fmla="val 14151"/>
            </a:avLst>
          </a:prstGeom>
          <a:solidFill>
            <a:srgbClr val="DDF4F1"/>
          </a:solidFill>
          <a:ln w="12700">
            <a:solidFill>
              <a:srgbClr val="D0E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7731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29968" y="4663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/ threshold / deliverable that proves the objective was met.]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framework /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 pipeline makes the logic immediately scannable. Replace generic stages with your actual system components.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/ signal / query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26771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34086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487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117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5117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Pre-process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5117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• normalize • split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14223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21538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569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2569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2569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/ embeddings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01675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08990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5391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021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021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Method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0021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[Proposed approach]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89127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96442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2843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7473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17473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• baselines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9765792" y="2816352"/>
            <a:ext cx="146304" cy="0"/>
          </a:xfrm>
          <a:prstGeom prst="line">
            <a:avLst/>
          </a:prstGeom>
          <a:noFill/>
          <a:ln w="12700">
            <a:solidFill>
              <a:srgbClr val="13A6A6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838944" y="2734056"/>
            <a:ext cx="137160" cy="164592"/>
          </a:xfrm>
          <a:prstGeom prst="chevron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02952" y="2139696"/>
            <a:ext cx="173736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49256" y="231343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22408" y="23317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049256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049256" y="3081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/ decision / artifact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58368" y="4041648"/>
            <a:ext cx="6583680" cy="1417320"/>
          </a:xfrm>
          <a:prstGeom prst="roundRect">
            <a:avLst>
              <a:gd name="adj" fmla="val 1032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43159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FC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logic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084832" y="42428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→ transformation → decision → evidence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2084832" y="469087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6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[Briefly explain the information flow and where your contribution enters the pipeline.]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516368" y="4041648"/>
            <a:ext cx="389534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43068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/ protocol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2400" y="4645152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[Pseudocode / decision rules / training protocol]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/ dataset description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what was used, how much, how it was split, and what matters about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2148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01952"/>
            <a:ext cx="73152" cy="841248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208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[N]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2386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instances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62656" y="1901952"/>
            <a:ext cx="2148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1901952"/>
            <a:ext cx="73152" cy="84124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20208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[K]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145536" y="2386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/ categories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66944" y="1901952"/>
            <a:ext cx="2148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6944" y="1901952"/>
            <a:ext cx="73152" cy="841248"/>
          </a:xfrm>
          <a:prstGeom prst="rect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20208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[%]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449824" y="2386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test split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71232" y="1901952"/>
            <a:ext cx="3648456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71232" y="1901952"/>
            <a:ext cx="73152" cy="841248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2020824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754112" y="2386584"/>
            <a:ext cx="3374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data property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127248"/>
            <a:ext cx="196596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32278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624328" y="3127248"/>
            <a:ext cx="141732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322783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041648" y="3127248"/>
            <a:ext cx="196596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05656" y="32278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test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007608" y="3127248"/>
            <a:ext cx="1965960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32278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973568" y="3127248"/>
            <a:ext cx="3419856" cy="44805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37576" y="3227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Remarks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58368" y="3575304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3666744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[Dataset name]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624328" y="3575304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88336" y="3666744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[N]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041648" y="3575304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05656" y="3666744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 / N]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007608" y="3575304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3666744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[Source]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973568" y="3575304"/>
            <a:ext cx="3419856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37576" y="366674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[Sampling / preprocessing / class balance]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58368" y="4197096"/>
            <a:ext cx="196596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" y="4288536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[Dataset name]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2624328" y="4197096"/>
            <a:ext cx="141732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88336" y="4288536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[N]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4041648" y="4197096"/>
            <a:ext cx="196596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05656" y="4288536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 / N]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6007608" y="4197096"/>
            <a:ext cx="196596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71616" y="4288536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[Source]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7973568" y="4197096"/>
            <a:ext cx="3419856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37576" y="428853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[Sampling / preprocessing / class balance]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58368" y="4818888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" y="4910328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[Dataset name]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2624328" y="4818888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88336" y="4910328"/>
            <a:ext cx="1289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[N]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4041648" y="4818888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05656" y="4910328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 / N]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6007608" y="4818888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71616" y="4910328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[Source]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7973568" y="4818888"/>
            <a:ext cx="3419856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37576" y="491032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[Sampling / preprocessing / class balance]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658368" y="5577840"/>
            <a:ext cx="10725912" cy="411480"/>
          </a:xfrm>
          <a:prstGeom prst="roundRect">
            <a:avLst>
              <a:gd name="adj" fmla="val 22222"/>
            </a:avLst>
          </a:prstGeom>
          <a:solidFill>
            <a:srgbClr val="FFF6E3"/>
          </a:solidFill>
          <a:ln w="12700">
            <a:solidFill>
              <a:srgbClr val="F0E3C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" y="56784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16C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170432" y="5641848"/>
            <a:ext cx="982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out anything that could change how a reviewer interprets the results: imbalance, noise, augmentation, missing labels, leakage risk, etc.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setup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showing results, make the comparison protocol explicit.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01952"/>
            <a:ext cx="73152" cy="1298448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settings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" y="24688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[Architecture / hyperparameters / training epochs / optimizer]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58368" y="354787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47872"/>
            <a:ext cx="73152" cy="129844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" y="411480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[Train / validation / test split • cross-validation • repeat count]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44768" y="190195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1901952"/>
            <a:ext cx="73152" cy="1298448"/>
          </a:xfrm>
          <a:prstGeom prst="rect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1656" y="24688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[Baseline methods / prior work / ablations]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144768" y="3547872"/>
            <a:ext cx="52303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3547872"/>
            <a:ext cx="73152" cy="1298448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91656" y="411480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[Accuracy • precision • recall • F1 • MAE • RMSE • latency • etc.]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58368" y="5248656"/>
            <a:ext cx="10716768" cy="521208"/>
          </a:xfrm>
          <a:prstGeom prst="roundRect">
            <a:avLst>
              <a:gd name="adj" fmla="val 2280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404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FC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comparison principle: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59152" y="5330952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data splits, preprocessing and evaluation rules consistent across your method and baselines.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results &amp; discussion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evidence first, then explain what it means. This slide intentionally uses placeholders because the source deck does not contain project results.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6382512" cy="3529584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122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comparison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4048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your actual metric values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2953512"/>
            <a:ext cx="4224528" cy="256032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953512"/>
            <a:ext cx="2027773" cy="256032"/>
          </a:xfrm>
          <a:prstGeom prst="roundRect">
            <a:avLst>
              <a:gd name="adj" fmla="val 50000"/>
            </a:avLst>
          </a:prstGeom>
          <a:solidFill>
            <a:srgbClr val="5D6B7E"/>
          </a:solidFill>
          <a:ln w="12700">
            <a:solidFill>
              <a:srgbClr val="5D6B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3566160"/>
            <a:ext cx="4224528" cy="256032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3566160"/>
            <a:ext cx="2788188" cy="256032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538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178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4178808"/>
            <a:ext cx="4224528" cy="256032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4178808"/>
            <a:ext cx="3464113" cy="256032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41513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9834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1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visual only — replace with real values / chart.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33488" y="1874520"/>
            <a:ext cx="4050792" cy="3529584"/>
          </a:xfrm>
          <a:prstGeom prst="roundRect">
            <a:avLst>
              <a:gd name="adj" fmla="val 46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2157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07808" y="2807208"/>
            <a:ext cx="64008" cy="6400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2724912"/>
            <a:ext cx="31912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7E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improved, and by how much?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607808" y="3337560"/>
            <a:ext cx="64008" cy="64008"/>
          </a:xfrm>
          <a:prstGeom prst="ellipse">
            <a:avLst/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4112" y="3255264"/>
            <a:ext cx="319125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7E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did the model / method fail?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607808" y="3867912"/>
            <a:ext cx="64008" cy="64008"/>
          </a:xfrm>
          <a:prstGeom prst="ellipse">
            <a:avLst/>
          </a:prstGeom>
          <a:solidFill>
            <a:srgbClr val="F3C969"/>
          </a:solidFill>
          <a:ln w="12700">
            <a:solidFill>
              <a:srgbClr val="F3C9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54112" y="3785616"/>
            <a:ext cx="3191256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7E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result supports the research gap?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607808" y="4453128"/>
            <a:ext cx="64008" cy="64008"/>
          </a:xfrm>
          <a:prstGeom prst="ellipse">
            <a:avLst/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4370832"/>
            <a:ext cx="3191256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7E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evidence not prove?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of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remaining work concrete, time-bounded and reviewable.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65376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8366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98448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method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3200400" y="1865376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[Remaining implementation / tuning]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10387584" y="1865376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60736" y="1883664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331720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58368" y="2633472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517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98448" y="2660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experiments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200400" y="2633472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[Full benchmark + ablations]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387584" y="2633472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60736" y="2651760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3099816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58368" y="3401568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198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98448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results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3200400" y="3401568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[Error analysis + plots + tables]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10387584" y="3401568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0736" y="3419856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3867912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58368" y="41696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7257C7"/>
          </a:solidFill>
          <a:ln w="12700">
            <a:solidFill>
              <a:srgbClr val="7257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1879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98448" y="4197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3200400" y="416966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[Report + references + reproducibility]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10387584" y="4169664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60736" y="4187952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W4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" y="4636008"/>
            <a:ext cx="0" cy="301752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658368" y="4937760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95604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98448" y="4965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review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3200400" y="4937760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[Slides + demo + final checks]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10387584" y="4937760"/>
            <a:ext cx="704088" cy="310896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60736" y="4956048"/>
            <a:ext cx="557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8368" y="5705856"/>
            <a:ext cx="10716768" cy="310896"/>
          </a:xfrm>
          <a:prstGeom prst="roundRect">
            <a:avLst>
              <a:gd name="adj" fmla="val 35294"/>
            </a:avLst>
          </a:prstGeom>
          <a:solidFill>
            <a:srgbClr val="E8F5F3"/>
          </a:solidFill>
          <a:ln w="12700">
            <a:solidFill>
              <a:srgbClr val="D4EB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" y="574243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checkpoint: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2020824" y="5715000"/>
            <a:ext cx="8869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[Next supervisor / progress review date]  •  Deliverable: [what will be demonstrated]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future directions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with three things: what is known, what is not, and what comes next.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594360" cy="4572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336499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1122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305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266090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establish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182112"/>
            <a:ext cx="2761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[1–2 lines summarizing the strongest finding / project progress.]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901952"/>
            <a:ext cx="336499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21122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E46F5F"/>
          </a:solidFill>
          <a:ln w="12700">
            <a:solidFill>
              <a:srgbClr val="E46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21305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9704" y="266090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remains open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9704" y="3182112"/>
            <a:ext cx="2761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[Main limitation, uncertainty or unresolved challenge.]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1901952"/>
            <a:ext cx="336499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2112264"/>
            <a:ext cx="438912" cy="310896"/>
          </a:xfrm>
          <a:prstGeom prst="roundRect">
            <a:avLst>
              <a:gd name="adj" fmla="val 5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21305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19872" y="266090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comes next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19872" y="3182112"/>
            <a:ext cx="2761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[Next experiment, extension, deployment, publication or validation.]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4754880"/>
            <a:ext cx="10725912" cy="905256"/>
          </a:xfrm>
          <a:prstGeom prst="roundRect">
            <a:avLst>
              <a:gd name="adj" fmla="val 161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001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FC0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89204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[One memorable sentence that connects the problem, contribution and evidence.]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DCE4E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023360"/>
            <a:ext cx="4663440" cy="4663440"/>
          </a:xfrm>
          <a:prstGeom prst="arc">
            <a:avLst/>
          </a:prstGeom>
          <a:noFill/>
          <a:ln w="12700">
            <a:solidFill>
              <a:srgbClr val="1947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280160"/>
            <a:ext cx="4206240" cy="4206240"/>
          </a:xfrm>
          <a:prstGeom prst="arc">
            <a:avLst/>
          </a:prstGeom>
          <a:noFill/>
          <a:ln w="12700">
            <a:solidFill>
              <a:srgbClr val="2C6D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81728" y="1024128"/>
            <a:ext cx="2816352" cy="310896"/>
          </a:xfrm>
          <a:prstGeom prst="roundRect">
            <a:avLst>
              <a:gd name="adj" fmla="val 50000"/>
            </a:avLst>
          </a:prstGeom>
          <a:solidFill>
            <a:srgbClr val="153553"/>
          </a:solidFill>
          <a:ln w="12700">
            <a:solidFill>
              <a:srgbClr val="1535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04241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DF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PRESENTATION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0120" y="1956816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920240" y="296265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B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51376" y="3803904"/>
            <a:ext cx="3886200" cy="0"/>
          </a:xfrm>
          <a:prstGeom prst="line">
            <a:avLst/>
          </a:prstGeom>
          <a:noFill/>
          <a:ln w="12700">
            <a:solidFill>
              <a:srgbClr val="36516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2743200" y="41605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[Project Title]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46268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[Group Members]  •  [Supervisor]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30752" y="56509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97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 Naya Raipur  •  [Date]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IIIT Naya Raipur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/ UG Research Work</dc:title>
  <dc:subject>Redesigned Minor Project / UG Research Work Progress Presentation</dc:subject>
  <dc:creator>OpenAI</dc:creator>
  <cp:lastModifiedBy>OpenAI</cp:lastModifiedBy>
  <cp:revision>1</cp:revision>
  <dcterms:created xsi:type="dcterms:W3CDTF">2026-10-05T07:00:27Z</dcterms:created>
  <dcterms:modified xsi:type="dcterms:W3CDTF">2026-10-05T07:00:27Z</dcterms:modified>
</cp:coreProperties>
</file>